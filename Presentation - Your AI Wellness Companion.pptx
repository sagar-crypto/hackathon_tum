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K Grotesk Semi-Bold" charset="1" panose="00000700000000000000"/>
      <p:regular r:id="rId14"/>
    </p:embeddedFont>
    <p:embeddedFont>
      <p:font typeface="Noto Serif Display ExtraCondensed Light" charset="1" panose="02020406080505020204"/>
      <p:regular r:id="rId15"/>
    </p:embeddedFont>
    <p:embeddedFont>
      <p:font typeface="Canva Sans" charset="1" panose="020B0503030501040103"/>
      <p:regular r:id="rId16"/>
    </p:embeddedFont>
    <p:embeddedFont>
      <p:font typeface="HK Grotesk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1FC8DB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ETHOS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3065526"/>
            <a:ext cx="6886575" cy="6497574"/>
            <a:chOff x="0" y="0"/>
            <a:chExt cx="9182100" cy="866343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104632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57175"/>
              <a:ext cx="9182100" cy="6978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410"/>
                </a:lnSpc>
              </a:pPr>
              <a:r>
                <a:rPr lang="en-US" sz="13410" spc="-268">
                  <a:solidFill>
                    <a:srgbClr val="F9D423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You’ve got a friend in me!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1FC8D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B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694" r="0" b="-694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9F9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9F9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566567"/>
            <a:ext cx="3890011" cy="5058732"/>
          </a:xfrm>
          <a:custGeom>
            <a:avLst/>
            <a:gdLst/>
            <a:ahLst/>
            <a:cxnLst/>
            <a:rect r="r" b="b" t="t" l="l"/>
            <a:pathLst>
              <a:path h="5058732" w="3890011">
                <a:moveTo>
                  <a:pt x="0" y="0"/>
                </a:moveTo>
                <a:lnTo>
                  <a:pt x="3890011" y="0"/>
                </a:lnTo>
                <a:lnTo>
                  <a:pt x="3890011" y="5058732"/>
                </a:lnTo>
                <a:lnTo>
                  <a:pt x="0" y="5058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374" r="0" b="-3133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1743920"/>
            <a:ext cx="688657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1E2A3A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Why</a:t>
            </a:r>
            <a:r>
              <a:rPr lang="en-US" sz="9600" spc="-192">
                <a:solidFill>
                  <a:srgbClr val="1E2A3A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ETHOS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C6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9F9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9F9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04825" y="4245185"/>
            <a:ext cx="2809676" cy="5294707"/>
          </a:xfrm>
          <a:custGeom>
            <a:avLst/>
            <a:gdLst/>
            <a:ahLst/>
            <a:cxnLst/>
            <a:rect r="r" b="b" t="t" l="l"/>
            <a:pathLst>
              <a:path h="5294707" w="2809676">
                <a:moveTo>
                  <a:pt x="0" y="0"/>
                </a:moveTo>
                <a:lnTo>
                  <a:pt x="2809676" y="0"/>
                </a:lnTo>
                <a:lnTo>
                  <a:pt x="2809676" y="5294707"/>
                </a:lnTo>
                <a:lnTo>
                  <a:pt x="0" y="5294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4" r="0" b="-819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71695" y="1823412"/>
            <a:ext cx="3653273" cy="7796838"/>
          </a:xfrm>
          <a:custGeom>
            <a:avLst/>
            <a:gdLst/>
            <a:ahLst/>
            <a:cxnLst/>
            <a:rect r="r" b="b" t="t" l="l"/>
            <a:pathLst>
              <a:path h="7796838" w="3653273">
                <a:moveTo>
                  <a:pt x="0" y="0"/>
                </a:moveTo>
                <a:lnTo>
                  <a:pt x="3653273" y="0"/>
                </a:lnTo>
                <a:lnTo>
                  <a:pt x="3653273" y="7796838"/>
                </a:lnTo>
                <a:lnTo>
                  <a:pt x="0" y="7796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41" t="-6030" r="-3541" b="-274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76426" y="4245185"/>
            <a:ext cx="2927764" cy="5294707"/>
          </a:xfrm>
          <a:custGeom>
            <a:avLst/>
            <a:gdLst/>
            <a:ahLst/>
            <a:cxnLst/>
            <a:rect r="r" b="b" t="t" l="l"/>
            <a:pathLst>
              <a:path h="5294707" w="2927764">
                <a:moveTo>
                  <a:pt x="0" y="0"/>
                </a:moveTo>
                <a:lnTo>
                  <a:pt x="2927764" y="0"/>
                </a:lnTo>
                <a:lnTo>
                  <a:pt x="2927764" y="5294707"/>
                </a:lnTo>
                <a:lnTo>
                  <a:pt x="0" y="529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934" r="0" b="-994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28839" y="1823412"/>
            <a:ext cx="3880531" cy="7796838"/>
          </a:xfrm>
          <a:custGeom>
            <a:avLst/>
            <a:gdLst/>
            <a:ahLst/>
            <a:cxnLst/>
            <a:rect r="r" b="b" t="t" l="l"/>
            <a:pathLst>
              <a:path h="7796838" w="3880531">
                <a:moveTo>
                  <a:pt x="0" y="0"/>
                </a:moveTo>
                <a:lnTo>
                  <a:pt x="3880532" y="0"/>
                </a:lnTo>
                <a:lnTo>
                  <a:pt x="3880532" y="7796838"/>
                </a:lnTo>
                <a:lnTo>
                  <a:pt x="0" y="77968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88" t="-8855" r="0" b="-270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86893" y="1823412"/>
            <a:ext cx="3590985" cy="7796838"/>
          </a:xfrm>
          <a:custGeom>
            <a:avLst/>
            <a:gdLst/>
            <a:ahLst/>
            <a:cxnLst/>
            <a:rect r="r" b="b" t="t" l="l"/>
            <a:pathLst>
              <a:path h="7796838" w="3590985">
                <a:moveTo>
                  <a:pt x="0" y="0"/>
                </a:moveTo>
                <a:lnTo>
                  <a:pt x="3590985" y="0"/>
                </a:lnTo>
                <a:lnTo>
                  <a:pt x="3590985" y="7796838"/>
                </a:lnTo>
                <a:lnTo>
                  <a:pt x="0" y="77968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53" t="-10564" r="-567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6750" y="1743920"/>
            <a:ext cx="6886575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1E2A3A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How ETHOS Works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C6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9F9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9F9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843189" y="1288019"/>
            <a:ext cx="4149806" cy="7710963"/>
          </a:xfrm>
          <a:custGeom>
            <a:avLst/>
            <a:gdLst/>
            <a:ahLst/>
            <a:cxnLst/>
            <a:rect r="r" b="b" t="t" l="l"/>
            <a:pathLst>
              <a:path h="7710963" w="4149806">
                <a:moveTo>
                  <a:pt x="0" y="0"/>
                </a:moveTo>
                <a:lnTo>
                  <a:pt x="4149806" y="0"/>
                </a:lnTo>
                <a:lnTo>
                  <a:pt x="4149806" y="7710962"/>
                </a:lnTo>
                <a:lnTo>
                  <a:pt x="0" y="771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8" r="0" b="-833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40645" y="1288019"/>
            <a:ext cx="3889761" cy="7710963"/>
          </a:xfrm>
          <a:custGeom>
            <a:avLst/>
            <a:gdLst/>
            <a:ahLst/>
            <a:cxnLst/>
            <a:rect r="r" b="b" t="t" l="l"/>
            <a:pathLst>
              <a:path h="7710963" w="3889761">
                <a:moveTo>
                  <a:pt x="0" y="0"/>
                </a:moveTo>
                <a:lnTo>
                  <a:pt x="3889761" y="0"/>
                </a:lnTo>
                <a:lnTo>
                  <a:pt x="3889761" y="7710962"/>
                </a:lnTo>
                <a:lnTo>
                  <a:pt x="0" y="7710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364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43174" y="1288019"/>
            <a:ext cx="3556681" cy="7710963"/>
          </a:xfrm>
          <a:custGeom>
            <a:avLst/>
            <a:gdLst/>
            <a:ahLst/>
            <a:cxnLst/>
            <a:rect r="r" b="b" t="t" l="l"/>
            <a:pathLst>
              <a:path h="7710963" w="3556681">
                <a:moveTo>
                  <a:pt x="0" y="0"/>
                </a:moveTo>
                <a:lnTo>
                  <a:pt x="3556682" y="0"/>
                </a:lnTo>
                <a:lnTo>
                  <a:pt x="3556682" y="7710962"/>
                </a:lnTo>
                <a:lnTo>
                  <a:pt x="0" y="7710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95" t="-7791" r="-389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175" y="1468994"/>
            <a:ext cx="5376424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1E2A3A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How ETHOS Works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B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9F9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9F9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40123" r="0" b="-40123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1E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1E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1743920"/>
            <a:ext cx="688657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9D423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ETHOS Demo!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780" y="5828135"/>
            <a:ext cx="7437545" cy="157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sz="4100" spc="-82">
                <a:solidFill>
                  <a:srgbClr val="F9F9F9"/>
                </a:solidFill>
                <a:latin typeface="Canva Sans"/>
                <a:ea typeface="Canva Sans"/>
                <a:cs typeface="Canva Sans"/>
                <a:sym typeface="Canva Sans"/>
              </a:rPr>
              <a:t>A video of Sagar ranting about his girlfriend problems to Ethos  :(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C6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1E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1E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7911"/>
            <a:ext cx="1899658" cy="1939131"/>
          </a:xfrm>
          <a:custGeom>
            <a:avLst/>
            <a:gdLst/>
            <a:ahLst/>
            <a:cxnLst/>
            <a:rect r="r" b="b" t="t" l="l"/>
            <a:pathLst>
              <a:path h="1939131" w="1899658">
                <a:moveTo>
                  <a:pt x="0" y="0"/>
                </a:moveTo>
                <a:lnTo>
                  <a:pt x="1899658" y="0"/>
                </a:lnTo>
                <a:lnTo>
                  <a:pt x="1899658" y="1939131"/>
                </a:lnTo>
                <a:lnTo>
                  <a:pt x="0" y="193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8" t="0" r="-1038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074945" y="497964"/>
            <a:ext cx="4184355" cy="1759025"/>
          </a:xfrm>
          <a:custGeom>
            <a:avLst/>
            <a:gdLst/>
            <a:ahLst/>
            <a:cxnLst/>
            <a:rect r="r" b="b" t="t" l="l"/>
            <a:pathLst>
              <a:path h="1759025" w="4184355">
                <a:moveTo>
                  <a:pt x="0" y="0"/>
                </a:moveTo>
                <a:lnTo>
                  <a:pt x="4184355" y="0"/>
                </a:lnTo>
                <a:lnTo>
                  <a:pt x="4184355" y="1759025"/>
                </a:lnTo>
                <a:lnTo>
                  <a:pt x="0" y="1759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988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3621730"/>
            <a:ext cx="2203481" cy="2203481"/>
          </a:xfrm>
          <a:custGeom>
            <a:avLst/>
            <a:gdLst/>
            <a:ahLst/>
            <a:cxnLst/>
            <a:rect r="r" b="b" t="t" l="l"/>
            <a:pathLst>
              <a:path h="2203481" w="2203481">
                <a:moveTo>
                  <a:pt x="0" y="0"/>
                </a:moveTo>
                <a:lnTo>
                  <a:pt x="2203481" y="0"/>
                </a:lnTo>
                <a:lnTo>
                  <a:pt x="2203481" y="2203481"/>
                </a:lnTo>
                <a:lnTo>
                  <a:pt x="0" y="2203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074945" y="3296115"/>
            <a:ext cx="2854712" cy="2854712"/>
          </a:xfrm>
          <a:custGeom>
            <a:avLst/>
            <a:gdLst/>
            <a:ahLst/>
            <a:cxnLst/>
            <a:rect r="r" b="b" t="t" l="l"/>
            <a:pathLst>
              <a:path h="2854712" w="2854712">
                <a:moveTo>
                  <a:pt x="0" y="0"/>
                </a:moveTo>
                <a:lnTo>
                  <a:pt x="2854712" y="0"/>
                </a:lnTo>
                <a:lnTo>
                  <a:pt x="2854712" y="2854712"/>
                </a:lnTo>
                <a:lnTo>
                  <a:pt x="0" y="28547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074945" y="6676332"/>
            <a:ext cx="3224278" cy="3224278"/>
          </a:xfrm>
          <a:custGeom>
            <a:avLst/>
            <a:gdLst/>
            <a:ahLst/>
            <a:cxnLst/>
            <a:rect r="r" b="b" t="t" l="l"/>
            <a:pathLst>
              <a:path h="3224278" w="3224278">
                <a:moveTo>
                  <a:pt x="0" y="0"/>
                </a:moveTo>
                <a:lnTo>
                  <a:pt x="3224278" y="0"/>
                </a:lnTo>
                <a:lnTo>
                  <a:pt x="3224278" y="3224278"/>
                </a:lnTo>
                <a:lnTo>
                  <a:pt x="0" y="3224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319089"/>
            <a:ext cx="2928164" cy="1938765"/>
          </a:xfrm>
          <a:custGeom>
            <a:avLst/>
            <a:gdLst/>
            <a:ahLst/>
            <a:cxnLst/>
            <a:rect r="r" b="b" t="t" l="l"/>
            <a:pathLst>
              <a:path h="1938765" w="2928164">
                <a:moveTo>
                  <a:pt x="0" y="0"/>
                </a:moveTo>
                <a:lnTo>
                  <a:pt x="2928164" y="0"/>
                </a:lnTo>
                <a:lnTo>
                  <a:pt x="2928164" y="1938765"/>
                </a:lnTo>
                <a:lnTo>
                  <a:pt x="0" y="19387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559698" y="3296115"/>
            <a:ext cx="6753225" cy="3115826"/>
            <a:chOff x="0" y="0"/>
            <a:chExt cx="9004300" cy="415443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228600"/>
              <a:ext cx="9004300" cy="2189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899"/>
                </a:lnSpc>
              </a:pPr>
              <a:r>
                <a:rPr lang="en-US" sz="11899" spc="-237">
                  <a:solidFill>
                    <a:srgbClr val="1E2A3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You!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948534"/>
              <a:ext cx="9004300" cy="12059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9"/>
                </a:lnSpc>
              </a:pPr>
              <a:r>
                <a:rPr lang="en-US" sz="2974" strike="noStrike" u="none">
                  <a:solidFill>
                    <a:srgbClr val="1E2A3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appreciate your engagement and look forward to your questions!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60C6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Your AI Wellness Companion</dc:description>
  <dc:identifier>DAG5daMOE84</dc:identifier>
  <dcterms:modified xsi:type="dcterms:W3CDTF">2011-08-01T06:04:30Z</dcterms:modified>
  <cp:revision>1</cp:revision>
  <dc:title>Presentation - Your AI Wellness Companion</dc:title>
</cp:coreProperties>
</file>